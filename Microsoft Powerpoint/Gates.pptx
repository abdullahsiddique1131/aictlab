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0D37-D0C3-46EA-B768-09BA5A817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1B93A-F6F7-8BE2-91CE-5AB375685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A4726-36A9-D7D9-DF9E-D14FA80D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8C20A-4A0F-95BF-9D76-0C478EF2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AD093-9A14-23BD-2313-7F4610B1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18938"/>
      </p:ext>
    </p:extLst>
  </p:cSld>
  <p:clrMapOvr>
    <a:masterClrMapping/>
  </p:clrMapOvr>
  <p:transition spd="slow" advTm="2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B47F-3CA8-7A80-AD92-A5751F7B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229D-BD16-235A-6F7D-8333CDCED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B6BB8-EDC3-B8C1-757E-1A11A834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1B3A-72FF-E479-A8CD-B917CC52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AD71D-2DA2-A0F9-ED94-A3332C7F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61132"/>
      </p:ext>
    </p:extLst>
  </p:cSld>
  <p:clrMapOvr>
    <a:masterClrMapping/>
  </p:clrMapOvr>
  <p:transition spd="slow" advTm="2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70C0-E274-0D55-B528-5552BD246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0C888-FE44-FAE0-97F1-95A23DD28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31602-F37A-27F3-2184-F363129A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4A800-4172-D04E-8A9C-D62F19A6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77EB9-DDC3-D9EE-35EC-B0C48B9C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21075"/>
      </p:ext>
    </p:extLst>
  </p:cSld>
  <p:clrMapOvr>
    <a:masterClrMapping/>
  </p:clrMapOvr>
  <p:transition spd="slow" advTm="2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21F2-D938-209E-D8CB-93BBEEC2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A51C-BBB1-53B3-CF59-0005540C0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6E1A7-F938-ACBC-8847-9FCBD511C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D9E3D-88C8-B129-0407-4A920E72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97480-2959-0EF6-70EA-1F4A022F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2BA74-C5F0-8CCD-71F7-B43DC6A7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45158"/>
      </p:ext>
    </p:extLst>
  </p:cSld>
  <p:clrMapOvr>
    <a:masterClrMapping/>
  </p:clrMapOvr>
  <p:transition spd="slow" advTm="2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8B52-B6C3-9A2F-CDC5-CC3333E4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41067-13D7-DEB3-4FE8-4EC9C6CCE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20EF0-E23C-EC2E-DD2F-181F1D0AB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B002F-8854-AC5C-DD7F-1B89EF8CE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0ADF3-4064-5A0D-5E20-1C50E50F8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723AD-5AFA-DDF5-75DF-B51E5726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1CD26-2D3D-0658-4116-005E9761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232DD-CB0D-987C-C7F1-A364399E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26412"/>
      </p:ext>
    </p:extLst>
  </p:cSld>
  <p:clrMapOvr>
    <a:masterClrMapping/>
  </p:clrMapOvr>
  <p:transition spd="slow" advTm="2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A4D8-CA68-7823-100C-CDDAE280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CC9B4-C51C-3019-E491-34B80547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3B4EE-527A-0870-FEDD-750E1E51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F6F0D-6754-D6D0-92D7-1145B289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2931"/>
      </p:ext>
    </p:extLst>
  </p:cSld>
  <p:clrMapOvr>
    <a:masterClrMapping/>
  </p:clrMapOvr>
  <p:transition spd="slow" advTm="2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202E2-DD04-BF39-AEB9-5AB7BF21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922A8-8999-210E-61B3-E6F01B65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ADECE-7A28-1A87-974A-75AC170D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21754"/>
      </p:ext>
    </p:extLst>
  </p:cSld>
  <p:clrMapOvr>
    <a:masterClrMapping/>
  </p:clrMapOvr>
  <p:transition spd="slow" advTm="2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FC9E-D550-AC70-7341-3B016C56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FB82-1164-E9D5-40A1-C2C4600A4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EE688-88FA-3B7E-0DA1-53C9052D1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A75E1-7DDB-B07A-61F6-656609E3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D93A1-95EB-BD36-A7FA-6BB05681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5D1BB-6B4C-3DE5-55D5-3BF90525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77025"/>
      </p:ext>
    </p:extLst>
  </p:cSld>
  <p:clrMapOvr>
    <a:masterClrMapping/>
  </p:clrMapOvr>
  <p:transition spd="slow" advTm="2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0DBF-44D6-B5AF-DE40-3FA895BE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BE953-90E1-BAC8-CACA-1A8BAC960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78237-9AD3-2F00-DBF9-030D915D0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08781-1405-094B-37DA-D56CFCF1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75030-2BC0-2E39-716F-1FC9D391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42FB5-FC00-AB4F-EB75-D44E3AA4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76062"/>
      </p:ext>
    </p:extLst>
  </p:cSld>
  <p:clrMapOvr>
    <a:masterClrMapping/>
  </p:clrMapOvr>
  <p:transition spd="slow" advTm="2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AB9-E333-BBDC-4908-51E2054E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9C9C5-544F-3795-BB3D-199EA73ED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AC159-6D0B-1F64-5F05-2A76F412A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E5D71-B98C-B260-E34D-CCB6E341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A3449-353E-AF97-615A-3C297096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49045"/>
      </p:ext>
    </p:extLst>
  </p:cSld>
  <p:clrMapOvr>
    <a:masterClrMapping/>
  </p:clrMapOvr>
  <p:transition spd="slow" advTm="2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0F0103-9784-E8DA-06A2-EF23B633B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DBF93-9FFF-9750-44C6-83DBF52B4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FAE8-B393-E0F1-BF74-BECEBEC1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DE3BF-EEC2-D8E5-A2FA-2181C0CA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C886C-DFF7-02B1-D4BE-91911C64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26167"/>
      </p:ext>
    </p:extLst>
  </p:cSld>
  <p:clrMapOvr>
    <a:masterClrMapping/>
  </p:clrMapOvr>
  <p:transition spd="slow" advTm="2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EE381-7B81-8517-18A4-B31AAAC6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34BE5-1041-59D9-4D93-D621DE3CE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24B0-CDDC-B853-C043-CD3B92302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DF64C-3323-43BB-BEC8-E088FA9DABD3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DA244-7466-BBBB-6211-CF6BF497D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ED771-44B2-229D-4270-F6DFBDF19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064DD-E2CE-4621-A4B9-4F73C7E1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2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D96F4A-E9D3-3F38-FB5A-7C090F6C090B}"/>
              </a:ext>
            </a:extLst>
          </p:cNvPr>
          <p:cNvSpPr/>
          <p:nvPr/>
        </p:nvSpPr>
        <p:spPr>
          <a:xfrm>
            <a:off x="0" y="0"/>
            <a:ext cx="12192000" cy="10698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OR GATE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E08933-028F-BE2C-25C5-1B4FF2F0B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95744"/>
              </p:ext>
            </p:extLst>
          </p:nvPr>
        </p:nvGraphicFramePr>
        <p:xfrm>
          <a:off x="0" y="1069848"/>
          <a:ext cx="12192000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875492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973311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2385866"/>
                    </a:ext>
                  </a:extLst>
                </a:gridCol>
              </a:tblGrid>
              <a:tr h="1300409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A OR B</a:t>
                      </a:r>
                    </a:p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81344"/>
                  </a:ext>
                </a:extLst>
              </a:tr>
              <a:tr h="1300409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882989"/>
                  </a:ext>
                </a:extLst>
              </a:tr>
              <a:tr h="1300409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23418"/>
                  </a:ext>
                </a:extLst>
              </a:tr>
              <a:tr h="895837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90079"/>
                  </a:ext>
                </a:extLst>
              </a:tr>
              <a:tr h="895837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6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823816"/>
      </p:ext>
    </p:extLst>
  </p:cSld>
  <p:clrMapOvr>
    <a:masterClrMapping/>
  </p:clrMapOvr>
  <p:transition spd="slow" advTm="200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7588A-13C6-7BC2-1B46-10900A62E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376" y="1307592"/>
            <a:ext cx="6086856" cy="4041648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DE6018F3-599E-2502-B4D3-E92287EFD06C}"/>
              </a:ext>
            </a:extLst>
          </p:cNvPr>
          <p:cNvSpPr/>
          <p:nvPr/>
        </p:nvSpPr>
        <p:spPr>
          <a:xfrm>
            <a:off x="3541776" y="233172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B81D9D2-ACA9-ABFD-A488-1FD656CD91C3}"/>
              </a:ext>
            </a:extLst>
          </p:cNvPr>
          <p:cNvSpPr/>
          <p:nvPr/>
        </p:nvSpPr>
        <p:spPr>
          <a:xfrm>
            <a:off x="9582912" y="3072384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7C2DB2A-6050-BAC6-ED9F-EF4B590715B2}"/>
              </a:ext>
            </a:extLst>
          </p:cNvPr>
          <p:cNvSpPr/>
          <p:nvPr/>
        </p:nvSpPr>
        <p:spPr>
          <a:xfrm>
            <a:off x="3541776" y="393192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05183757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0A613D2-81C9-3C5D-7CC3-43C012342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176" y="1203960"/>
            <a:ext cx="6086856" cy="4041648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F8F298F-9A4E-C05E-D488-B6F182C49F73}"/>
              </a:ext>
            </a:extLst>
          </p:cNvPr>
          <p:cNvSpPr/>
          <p:nvPr/>
        </p:nvSpPr>
        <p:spPr>
          <a:xfrm>
            <a:off x="3465576" y="218694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0DF9EAF-B1CE-35B3-B378-23DB282D37C6}"/>
              </a:ext>
            </a:extLst>
          </p:cNvPr>
          <p:cNvSpPr/>
          <p:nvPr/>
        </p:nvSpPr>
        <p:spPr>
          <a:xfrm>
            <a:off x="3465576" y="385572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027B23B4-B780-D21D-44F4-955723DB531A}"/>
              </a:ext>
            </a:extLst>
          </p:cNvPr>
          <p:cNvSpPr/>
          <p:nvPr/>
        </p:nvSpPr>
        <p:spPr>
          <a:xfrm>
            <a:off x="9552432" y="2996184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0924284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2DB1F-D6F1-A63F-08B9-4DC32F697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576" y="1356360"/>
            <a:ext cx="6086856" cy="4041648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ACAA7F8-8368-DCC9-7BA7-00B757F56EA5}"/>
              </a:ext>
            </a:extLst>
          </p:cNvPr>
          <p:cNvSpPr/>
          <p:nvPr/>
        </p:nvSpPr>
        <p:spPr>
          <a:xfrm>
            <a:off x="3617976" y="233934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7CF41DB-F811-47E5-1913-5333CA6629A0}"/>
              </a:ext>
            </a:extLst>
          </p:cNvPr>
          <p:cNvSpPr/>
          <p:nvPr/>
        </p:nvSpPr>
        <p:spPr>
          <a:xfrm>
            <a:off x="3694176" y="408432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1584810-3636-4866-6743-E5A2ADA519E5}"/>
              </a:ext>
            </a:extLst>
          </p:cNvPr>
          <p:cNvSpPr/>
          <p:nvPr/>
        </p:nvSpPr>
        <p:spPr>
          <a:xfrm>
            <a:off x="9704832" y="3148584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30066051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799D9E-02B6-E930-A09E-E90911DD8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976" y="1508760"/>
            <a:ext cx="6086856" cy="4041648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6E8875A-2DAA-3153-00AB-29F27B75771F}"/>
              </a:ext>
            </a:extLst>
          </p:cNvPr>
          <p:cNvSpPr/>
          <p:nvPr/>
        </p:nvSpPr>
        <p:spPr>
          <a:xfrm>
            <a:off x="3770376" y="251650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8FCF9E7-5E75-7DA3-18C6-F31E6BEB430B}"/>
              </a:ext>
            </a:extLst>
          </p:cNvPr>
          <p:cNvSpPr/>
          <p:nvPr/>
        </p:nvSpPr>
        <p:spPr>
          <a:xfrm>
            <a:off x="3770376" y="411289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55A1656-C3D6-C86B-6254-FA45F0BBC8FA}"/>
              </a:ext>
            </a:extLst>
          </p:cNvPr>
          <p:cNvSpPr/>
          <p:nvPr/>
        </p:nvSpPr>
        <p:spPr>
          <a:xfrm>
            <a:off x="9857232" y="3300984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83785709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854465-8866-C1C4-48A6-9FB0D32B6961}"/>
              </a:ext>
            </a:extLst>
          </p:cNvPr>
          <p:cNvSpPr/>
          <p:nvPr/>
        </p:nvSpPr>
        <p:spPr>
          <a:xfrm>
            <a:off x="0" y="0"/>
            <a:ext cx="12192000" cy="10698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AND GATE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38C6E5-D402-3E54-FFB0-347E4A60B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80562"/>
              </p:ext>
            </p:extLst>
          </p:nvPr>
        </p:nvGraphicFramePr>
        <p:xfrm>
          <a:off x="0" y="1003173"/>
          <a:ext cx="12192000" cy="643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287549276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3973311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2385866"/>
                    </a:ext>
                  </a:extLst>
                </a:gridCol>
              </a:tblGrid>
              <a:tr h="115763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A AND B</a:t>
                      </a:r>
                    </a:p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81344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882989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23418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90079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6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001468"/>
      </p:ext>
    </p:extLst>
  </p:cSld>
  <p:clrMapOvr>
    <a:masterClrMapping/>
  </p:clrMapOvr>
  <p:transition spd="slow" advTm="2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A8122-7854-9674-C2F4-F16AF3A3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926" y="695324"/>
            <a:ext cx="5915024" cy="5172075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3B5A2C9-40F8-010D-B89F-2448D2858072}"/>
              </a:ext>
            </a:extLst>
          </p:cNvPr>
          <p:cNvSpPr/>
          <p:nvPr/>
        </p:nvSpPr>
        <p:spPr>
          <a:xfrm>
            <a:off x="3476626" y="23241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ADED73B-9C7D-AAE8-BB9F-28A697978CEA}"/>
              </a:ext>
            </a:extLst>
          </p:cNvPr>
          <p:cNvSpPr/>
          <p:nvPr/>
        </p:nvSpPr>
        <p:spPr>
          <a:xfrm>
            <a:off x="3476626" y="374332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3F52BC3-F23A-B970-3F7D-3478EF3EE9C0}"/>
              </a:ext>
            </a:extLst>
          </p:cNvPr>
          <p:cNvSpPr/>
          <p:nvPr/>
        </p:nvSpPr>
        <p:spPr>
          <a:xfrm>
            <a:off x="9886950" y="3052761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0055577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F0BC6E-B013-7191-DB7C-701837ED5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26" y="847724"/>
            <a:ext cx="5915024" cy="5172075"/>
          </a:xfrm>
          <a:prstGeom prst="rect">
            <a:avLst/>
          </a:prstGeom>
        </p:spPr>
      </p:pic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9A492FA-DB5D-9851-D88B-9D3298FF49F7}"/>
              </a:ext>
            </a:extLst>
          </p:cNvPr>
          <p:cNvSpPr/>
          <p:nvPr/>
        </p:nvSpPr>
        <p:spPr>
          <a:xfrm>
            <a:off x="3648077" y="260032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4EE94ED-BC93-7D09-1563-FCEF43F2BCD9}"/>
              </a:ext>
            </a:extLst>
          </p:cNvPr>
          <p:cNvSpPr/>
          <p:nvPr/>
        </p:nvSpPr>
        <p:spPr>
          <a:xfrm>
            <a:off x="3629026" y="389572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ED1D0C01-176B-3C52-E6EF-E190711B079F}"/>
              </a:ext>
            </a:extLst>
          </p:cNvPr>
          <p:cNvSpPr/>
          <p:nvPr/>
        </p:nvSpPr>
        <p:spPr>
          <a:xfrm>
            <a:off x="10077450" y="32004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88844798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F2CF68-670D-5D8D-30E8-D33ECBFB5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826" y="1038224"/>
            <a:ext cx="5915024" cy="5172075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E66CB83-D94C-4AAA-CAD7-6B67F9113084}"/>
              </a:ext>
            </a:extLst>
          </p:cNvPr>
          <p:cNvSpPr/>
          <p:nvPr/>
        </p:nvSpPr>
        <p:spPr>
          <a:xfrm>
            <a:off x="3781426" y="268605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59CC06C-63D9-2453-2370-CCD15BF34EA7}"/>
              </a:ext>
            </a:extLst>
          </p:cNvPr>
          <p:cNvSpPr/>
          <p:nvPr/>
        </p:nvSpPr>
        <p:spPr>
          <a:xfrm>
            <a:off x="3781426" y="404812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2F5FC77-18CB-7E0E-8F9B-0A10DA94C5DE}"/>
              </a:ext>
            </a:extLst>
          </p:cNvPr>
          <p:cNvSpPr/>
          <p:nvPr/>
        </p:nvSpPr>
        <p:spPr>
          <a:xfrm>
            <a:off x="10229850" y="33528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27987203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C52FB7-AF5F-FE93-4A06-5E9BAECC5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6" y="1152524"/>
            <a:ext cx="5915024" cy="5172075"/>
          </a:xfrm>
          <a:prstGeom prst="rect">
            <a:avLst/>
          </a:prstGeom>
        </p:spPr>
      </p:pic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E3D8CC9-E2F1-1377-49C5-11FBD9A75FCF}"/>
              </a:ext>
            </a:extLst>
          </p:cNvPr>
          <p:cNvSpPr/>
          <p:nvPr/>
        </p:nvSpPr>
        <p:spPr>
          <a:xfrm>
            <a:off x="3962402" y="284797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03460047-0D63-7F63-5D14-64D77C1695F1}"/>
              </a:ext>
            </a:extLst>
          </p:cNvPr>
          <p:cNvSpPr/>
          <p:nvPr/>
        </p:nvSpPr>
        <p:spPr>
          <a:xfrm>
            <a:off x="3962402" y="42291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A4C8934-2631-D635-D8FF-9EE38FEA48EA}"/>
              </a:ext>
            </a:extLst>
          </p:cNvPr>
          <p:cNvSpPr/>
          <p:nvPr/>
        </p:nvSpPr>
        <p:spPr>
          <a:xfrm>
            <a:off x="10382250" y="35052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8713255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0B9145-A153-78BD-5C29-964A345F7DEB}"/>
              </a:ext>
            </a:extLst>
          </p:cNvPr>
          <p:cNvSpPr/>
          <p:nvPr/>
        </p:nvSpPr>
        <p:spPr>
          <a:xfrm>
            <a:off x="0" y="0"/>
            <a:ext cx="12192000" cy="10698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</a:rPr>
              <a:t>XOR GATE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B83B47-C13C-66EB-9F69-B8738BD7A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10041"/>
              </p:ext>
            </p:extLst>
          </p:nvPr>
        </p:nvGraphicFramePr>
        <p:xfrm>
          <a:off x="0" y="1069848"/>
          <a:ext cx="12192000" cy="643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1287549276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3973311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2385866"/>
                    </a:ext>
                  </a:extLst>
                </a:gridCol>
              </a:tblGrid>
              <a:tr h="950747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Input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ctr"/>
                      <a:r>
                        <a:rPr lang="en-US" sz="3000" dirty="0">
                          <a:solidFill>
                            <a:schemeClr val="bg1"/>
                          </a:solidFill>
                          <a:latin typeface="Bell MT" panose="02020503060305020303" pitchFamily="18" charset="0"/>
                        </a:rPr>
                        <a:t>A XOR B</a:t>
                      </a:r>
                    </a:p>
                    <a:p>
                      <a:pPr algn="ctr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  <a:p>
                      <a:pPr algn="l"/>
                      <a:endParaRPr lang="en-US" sz="1800" dirty="0">
                        <a:solidFill>
                          <a:schemeClr val="bg1"/>
                        </a:solidFill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81344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882989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23418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90079"/>
                  </a:ext>
                </a:extLst>
              </a:tr>
              <a:tr h="115763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6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621038"/>
      </p:ext>
    </p:extLst>
  </p:cSld>
  <p:clrMapOvr>
    <a:masterClrMapping/>
  </p:clrMapOvr>
  <p:transition spd="slow" advTm="200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8CA7C-1C67-6BA3-9689-D84056296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28" y="238125"/>
            <a:ext cx="5862066" cy="6094095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224B225-6917-D45D-9FF1-7780C0335EAF}"/>
              </a:ext>
            </a:extLst>
          </p:cNvPr>
          <p:cNvSpPr/>
          <p:nvPr/>
        </p:nvSpPr>
        <p:spPr>
          <a:xfrm>
            <a:off x="4087368" y="238734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8F4C85DA-E0A4-9540-0E23-886FCA71440B}"/>
              </a:ext>
            </a:extLst>
          </p:cNvPr>
          <p:cNvSpPr/>
          <p:nvPr/>
        </p:nvSpPr>
        <p:spPr>
          <a:xfrm>
            <a:off x="4087368" y="368008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A91849F-B9A7-CAD9-1A13-7DE8B76E1A04}"/>
              </a:ext>
            </a:extLst>
          </p:cNvPr>
          <p:cNvSpPr/>
          <p:nvPr/>
        </p:nvSpPr>
        <p:spPr>
          <a:xfrm>
            <a:off x="9400794" y="3056572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13061692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32682D-1F99-83D5-58A5-EBD7005B9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28" y="161924"/>
            <a:ext cx="5862066" cy="6094095"/>
          </a:xfrm>
          <a:prstGeom prst="rect">
            <a:avLst/>
          </a:prstGeom>
        </p:spPr>
      </p:pic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E0BC18AB-32C7-A70A-6C8B-5D83752D57B0}"/>
              </a:ext>
            </a:extLst>
          </p:cNvPr>
          <p:cNvSpPr/>
          <p:nvPr/>
        </p:nvSpPr>
        <p:spPr>
          <a:xfrm>
            <a:off x="4239768" y="236829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BC175DE-593E-6231-4104-D4FBBD9AAD38}"/>
              </a:ext>
            </a:extLst>
          </p:cNvPr>
          <p:cNvSpPr/>
          <p:nvPr/>
        </p:nvSpPr>
        <p:spPr>
          <a:xfrm>
            <a:off x="4239768" y="345414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61515573-FCA0-4407-E09F-71072D679482}"/>
              </a:ext>
            </a:extLst>
          </p:cNvPr>
          <p:cNvSpPr/>
          <p:nvPr/>
        </p:nvSpPr>
        <p:spPr>
          <a:xfrm>
            <a:off x="9553194" y="297180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3213433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3A2D77-0BB1-DCD3-D4A1-7A85B1ECE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728" y="304799"/>
            <a:ext cx="5862066" cy="6094095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06B5C3B-4CCA-70F3-5955-B10BDAE095F1}"/>
              </a:ext>
            </a:extLst>
          </p:cNvPr>
          <p:cNvSpPr/>
          <p:nvPr/>
        </p:nvSpPr>
        <p:spPr>
          <a:xfrm>
            <a:off x="4392168" y="252069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61B4090-830B-05DB-A137-EA077E4CDECF}"/>
              </a:ext>
            </a:extLst>
          </p:cNvPr>
          <p:cNvSpPr/>
          <p:nvPr/>
        </p:nvSpPr>
        <p:spPr>
          <a:xfrm>
            <a:off x="4392168" y="365150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07B30F3-2D69-93BF-4777-8C7C635EAEE0}"/>
              </a:ext>
            </a:extLst>
          </p:cNvPr>
          <p:cNvSpPr/>
          <p:nvPr/>
        </p:nvSpPr>
        <p:spPr>
          <a:xfrm>
            <a:off x="9705594" y="3132771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4440625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ACC6C4-07B2-61D2-C98E-B408C5FF1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128" y="466723"/>
            <a:ext cx="5862066" cy="6094095"/>
          </a:xfrm>
          <a:prstGeom prst="rect">
            <a:avLst/>
          </a:prstGeom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81DF29D-1A7C-BCC6-6CDD-C96F546FBE1F}"/>
              </a:ext>
            </a:extLst>
          </p:cNvPr>
          <p:cNvSpPr/>
          <p:nvPr/>
        </p:nvSpPr>
        <p:spPr>
          <a:xfrm>
            <a:off x="4544568" y="267309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88A130E-2E85-0FEE-2D6C-D5D829DA7FAE}"/>
              </a:ext>
            </a:extLst>
          </p:cNvPr>
          <p:cNvSpPr/>
          <p:nvPr/>
        </p:nvSpPr>
        <p:spPr>
          <a:xfrm>
            <a:off x="4544568" y="380390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9FEDD55-5E03-96AA-4D34-6863B74BDD76}"/>
              </a:ext>
            </a:extLst>
          </p:cNvPr>
          <p:cNvSpPr/>
          <p:nvPr/>
        </p:nvSpPr>
        <p:spPr>
          <a:xfrm>
            <a:off x="9857994" y="3285171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06940544"/>
      </p:ext>
    </p:extLst>
  </p:cSld>
  <p:clrMapOvr>
    <a:masterClrMapping/>
  </p:clrMapOvr>
  <p:transition spd="slow" advTm="2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102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Siddique</dc:creator>
  <cp:lastModifiedBy>Abdullah Siddique</cp:lastModifiedBy>
  <cp:revision>19</cp:revision>
  <dcterms:created xsi:type="dcterms:W3CDTF">2025-10-28T14:41:50Z</dcterms:created>
  <dcterms:modified xsi:type="dcterms:W3CDTF">2025-11-21T12:59:07Z</dcterms:modified>
</cp:coreProperties>
</file>