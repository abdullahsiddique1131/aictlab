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4" d="100"/>
          <a:sy n="104" d="100"/>
        </p:scale>
        <p:origin x="-1164" y="-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A5AC-C92E-4D9E-E982-C8E5D7E9C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98568-B7A4-1B1A-9063-0F552C7C9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E7D1F-6FA9-771F-49F5-94311481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3267-25ED-D93A-D513-53B8C41F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52C18-3887-44E6-0B5A-85274AEA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4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3E35-4689-93D5-8925-5B66995E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896C-BDC2-9699-3C03-DFE49E57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8A7D-5E68-8380-60EC-982B5883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2324-A5C3-6DC0-C519-247BCC13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0BDDE-DE5C-1FBE-2A32-5542913F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22CC-8202-2DFA-71F4-0EE8CEA8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ED8E6-36C1-C269-998A-2FEF4A123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01E2E-4AAA-FAA1-EA44-33AF65CA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76D44-813C-AB84-4F49-8B4F06C4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6AE0-5E32-4110-B3E7-A5CB8A5B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3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ACF7-D8F5-A38D-D7DD-9A37A818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7E99-BBF9-F324-C43C-DDDAB2D60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643A0-70FC-B8B8-0348-94B9DE4C5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82823-DD10-2AF1-B68A-C6D5623A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5049B-67C1-B3FD-85CA-206223CD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28EFA-67E4-F07F-4CCA-4A47437A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8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7F4F-5F1F-CC80-AB81-55EF951B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02998-38A1-5939-FC8E-10A4E4B23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A955-CAF1-3384-154C-E455B96B1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D0FE6-C342-BB57-C64C-0FBEB1766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6DBAE-1F35-4136-8E78-9D81ACF46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2D5F5-17DD-C7ED-C8D0-E2AFB9C4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BC0B0-A864-8C68-1B65-4B779314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8BFD8-133F-7F21-DB72-F627D082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810F1-CFBB-4A10-2BEB-9AD0579F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2C0A5-97D8-039B-A800-E71FA13E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DC286-B21E-8983-B8E5-10A35735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BFD80-591C-B53B-BEBD-F92C606C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3877B-8FAD-9140-8201-7BA32D208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0D52D-8DA1-9997-F7B8-357D6898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505E-FBF8-944D-6E26-96033D8F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8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6DFE-7229-D619-6165-C68DF573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08D9D-A337-D3F2-9909-11F144A9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7C030-1171-FEDC-35CA-EE1C04C20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3B8B0-7F5D-585E-1E25-3058AAAE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6F846-0C07-F833-1F75-A484E469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AC33B-7A19-0E99-6DDA-D1512E57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8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881B-D022-4621-27D4-A59CF9C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EFD1C-C736-D87D-BB6A-36C0097B1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1CDF-C86C-E4CA-CC76-B9D541DF6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4C991-05BB-C751-0BEC-00C0F3B8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893B8-72DB-9C7B-3F86-BFC48732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11AE5-9337-233B-7013-B14E285C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9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26D7-72D5-DC96-C8B6-8B9D0D6A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1F77F-830C-66EA-C09E-4E4956AE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6A77-AE7F-6249-9FEB-E52DE5B0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2EA2-7307-5F04-B193-02D5C549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7D293-B3F5-F4FF-4F10-A1F7F600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6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4C846-E807-4611-D5D4-DDB469FF6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CCAA5-B673-2A95-4640-B72018734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177D-CBF9-9D90-9316-E9E018CB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6EEE-11E7-A882-2CEA-E59130DF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D0E7-DB7D-A8B6-66A8-08A8A5B5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51F315-2912-A035-6EA3-DAE70727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FF0FB-FFD9-95A6-BA8C-050B07514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152FE-9C9A-6B15-BAC8-E2BD53F28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E82AE-2642-42F1-8EE7-05E57999E94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1CB43-19C5-DECE-22F1-8EBC38D56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BA691-843D-7098-2962-EECFD9DA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3D358-1BB2-4A09-B09F-BC5541921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9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ky with white dots&#10;&#10;AI-generated content may be incorrect.">
            <a:extLst>
              <a:ext uri="{FF2B5EF4-FFF2-40B4-BE49-F238E27FC236}">
                <a16:creationId xmlns:a16="http://schemas.microsoft.com/office/drawing/2014/main" id="{63BF8880-061A-71B8-1DD6-6F4FA82E9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2518" y="-111519"/>
            <a:ext cx="12192000" cy="6858000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C607BC5-9B1F-4DD0-5D19-3E732F610E65}"/>
              </a:ext>
            </a:extLst>
          </p:cNvPr>
          <p:cNvSpPr/>
          <p:nvPr/>
        </p:nvSpPr>
        <p:spPr>
          <a:xfrm>
            <a:off x="5560043" y="3174324"/>
            <a:ext cx="904015" cy="777847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BBFED25-3F8C-832B-C787-F808C791FA7B}"/>
              </a:ext>
            </a:extLst>
          </p:cNvPr>
          <p:cNvSpPr/>
          <p:nvPr/>
        </p:nvSpPr>
        <p:spPr>
          <a:xfrm>
            <a:off x="4050362" y="1761294"/>
            <a:ext cx="4013541" cy="3688285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948D2D3-B9FB-5BCC-DE40-5D71041F05A4}"/>
              </a:ext>
            </a:extLst>
          </p:cNvPr>
          <p:cNvSpPr/>
          <p:nvPr/>
        </p:nvSpPr>
        <p:spPr>
          <a:xfrm>
            <a:off x="4295839" y="1994497"/>
            <a:ext cx="3504177" cy="3221879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B904994-42DB-6B4D-AF7B-0525362A4FF6}"/>
              </a:ext>
            </a:extLst>
          </p:cNvPr>
          <p:cNvSpPr/>
          <p:nvPr/>
        </p:nvSpPr>
        <p:spPr>
          <a:xfrm>
            <a:off x="4541315" y="2246880"/>
            <a:ext cx="3014560" cy="2724020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7F517D2-EB78-90AF-1958-FB1939B0F6F2}"/>
              </a:ext>
            </a:extLst>
          </p:cNvPr>
          <p:cNvSpPr/>
          <p:nvPr/>
        </p:nvSpPr>
        <p:spPr>
          <a:xfrm>
            <a:off x="5320703" y="2957992"/>
            <a:ext cx="1402286" cy="1282615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8E5460F-C8A4-362D-A509-8B0B8140C66B}"/>
              </a:ext>
            </a:extLst>
          </p:cNvPr>
          <p:cNvSpPr/>
          <p:nvPr/>
        </p:nvSpPr>
        <p:spPr>
          <a:xfrm>
            <a:off x="4771732" y="2516134"/>
            <a:ext cx="2549605" cy="2197015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55AB73F-5BB0-5473-9EE0-4927B271249A}"/>
              </a:ext>
            </a:extLst>
          </p:cNvPr>
          <p:cNvSpPr/>
          <p:nvPr/>
        </p:nvSpPr>
        <p:spPr>
          <a:xfrm>
            <a:off x="3731242" y="1583323"/>
            <a:ext cx="4664055" cy="4117870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EDA29BC1-E4F9-E0F1-D8DF-600500397DA9}"/>
              </a:ext>
            </a:extLst>
          </p:cNvPr>
          <p:cNvSpPr/>
          <p:nvPr/>
        </p:nvSpPr>
        <p:spPr>
          <a:xfrm>
            <a:off x="5069089" y="2773099"/>
            <a:ext cx="1951539" cy="1712984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lanet with a black background&#10;&#10;AI-generated content may be incorrect.">
            <a:extLst>
              <a:ext uri="{FF2B5EF4-FFF2-40B4-BE49-F238E27FC236}">
                <a16:creationId xmlns:a16="http://schemas.microsoft.com/office/drawing/2014/main" id="{40E65314-2C70-2230-4AB7-034CFB76F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762" y="3400335"/>
            <a:ext cx="347720" cy="254675"/>
          </a:xfrm>
          <a:prstGeom prst="rect">
            <a:avLst/>
          </a:prstGeom>
        </p:spPr>
      </p:pic>
      <p:pic>
        <p:nvPicPr>
          <p:cNvPr id="18" name="Picture 17" descr="A planet earth with clouds and water&#10;&#10;AI-generated content may be incorrect.">
            <a:extLst>
              <a:ext uri="{FF2B5EF4-FFF2-40B4-BE49-F238E27FC236}">
                <a16:creationId xmlns:a16="http://schemas.microsoft.com/office/drawing/2014/main" id="{B82DD4D8-27D9-7E5D-26F4-A5DACD2D6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545" y="2847322"/>
            <a:ext cx="315266" cy="337529"/>
          </a:xfrm>
          <a:prstGeom prst="rect">
            <a:avLst/>
          </a:prstGeom>
        </p:spPr>
      </p:pic>
      <p:pic>
        <p:nvPicPr>
          <p:cNvPr id="20" name="Picture 19" descr="A sun with a black background&#10;&#10;AI-generated content may be incorrect.">
            <a:extLst>
              <a:ext uri="{FF2B5EF4-FFF2-40B4-BE49-F238E27FC236}">
                <a16:creationId xmlns:a16="http://schemas.microsoft.com/office/drawing/2014/main" id="{3DAE1462-9BDC-3781-B91E-F23A19357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592" y="3317481"/>
            <a:ext cx="411684" cy="337529"/>
          </a:xfrm>
          <a:prstGeom prst="rect">
            <a:avLst/>
          </a:prstGeom>
        </p:spPr>
      </p:pic>
      <p:pic>
        <p:nvPicPr>
          <p:cNvPr id="22" name="Picture 21" descr="A planet with purple and orange colors&#10;&#10;AI-generated content may be incorrect.">
            <a:extLst>
              <a:ext uri="{FF2B5EF4-FFF2-40B4-BE49-F238E27FC236}">
                <a16:creationId xmlns:a16="http://schemas.microsoft.com/office/drawing/2014/main" id="{2DFBA1A4-568B-0477-33C0-0D4A9C0DC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60" y="2323324"/>
            <a:ext cx="337532" cy="309615"/>
          </a:xfrm>
          <a:prstGeom prst="rect">
            <a:avLst/>
          </a:prstGeom>
        </p:spPr>
      </p:pic>
      <p:pic>
        <p:nvPicPr>
          <p:cNvPr id="24" name="Picture 23" descr="A blue planet with black background&#10;&#10;AI-generated content may be incorrect.">
            <a:extLst>
              <a:ext uri="{FF2B5EF4-FFF2-40B4-BE49-F238E27FC236}">
                <a16:creationId xmlns:a16="http://schemas.microsoft.com/office/drawing/2014/main" id="{957AE9BD-6260-8672-2167-B2DD2CD1BD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619" y="3433603"/>
            <a:ext cx="312512" cy="331392"/>
          </a:xfrm>
          <a:prstGeom prst="rect">
            <a:avLst/>
          </a:prstGeom>
        </p:spPr>
      </p:pic>
      <p:pic>
        <p:nvPicPr>
          <p:cNvPr id="26" name="Picture 25" descr="A blue planet with black background&#10;&#10;AI-generated content may be incorrect.">
            <a:extLst>
              <a:ext uri="{FF2B5EF4-FFF2-40B4-BE49-F238E27FC236}">
                <a16:creationId xmlns:a16="http://schemas.microsoft.com/office/drawing/2014/main" id="{70BAD28A-89A6-5BCE-C174-4934B8DAFC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148" y="1918491"/>
            <a:ext cx="340733" cy="368340"/>
          </a:xfrm>
          <a:prstGeom prst="rect">
            <a:avLst/>
          </a:prstGeom>
        </p:spPr>
      </p:pic>
      <p:pic>
        <p:nvPicPr>
          <p:cNvPr id="28" name="Picture 27" descr="A planet with a black background&#10;&#10;AI-generated content may be incorrect.">
            <a:extLst>
              <a:ext uri="{FF2B5EF4-FFF2-40B4-BE49-F238E27FC236}">
                <a16:creationId xmlns:a16="http://schemas.microsoft.com/office/drawing/2014/main" id="{A75E34C3-0F43-6BEF-1B8D-9ED343A566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072" y="2083481"/>
            <a:ext cx="355941" cy="324487"/>
          </a:xfrm>
          <a:prstGeom prst="rect">
            <a:avLst/>
          </a:prstGeom>
        </p:spPr>
      </p:pic>
      <p:pic>
        <p:nvPicPr>
          <p:cNvPr id="30" name="Picture 29" descr="A planet with rings around it&#10;&#10;AI-generated content may be incorrect.">
            <a:extLst>
              <a:ext uri="{FF2B5EF4-FFF2-40B4-BE49-F238E27FC236}">
                <a16:creationId xmlns:a16="http://schemas.microsoft.com/office/drawing/2014/main" id="{19506A54-6EA2-8F75-076B-AD190AF671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62" y="4062344"/>
            <a:ext cx="592055" cy="356526"/>
          </a:xfrm>
          <a:prstGeom prst="rect">
            <a:avLst/>
          </a:prstGeom>
        </p:spPr>
      </p:pic>
      <p:pic>
        <p:nvPicPr>
          <p:cNvPr id="32" name="Picture 31" descr="A close up of a planet&#10;&#10;AI-generated content may be incorrect.">
            <a:extLst>
              <a:ext uri="{FF2B5EF4-FFF2-40B4-BE49-F238E27FC236}">
                <a16:creationId xmlns:a16="http://schemas.microsoft.com/office/drawing/2014/main" id="{DC87F3BF-1C69-2DDC-118F-BECCD2C94E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213" y="3509921"/>
            <a:ext cx="355941" cy="26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7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929 -0.31459 C -0.05351 -0.31459 0.00834 -0.21111 0.00834 -0.08287 C 0.00834 0.04629 -0.05351 0.15092 -0.12929 0.15092 C -0.20481 0.15092 -0.26562 0.04629 -0.26562 -0.08287 C -0.26562 -0.21111 -0.20481 -0.31459 -0.12929 -0.31459 Z " pathEditMode="relative" rAng="0" ptsTypes="AAAAA">
                                      <p:cBhvr>
                                        <p:cTn id="6" dur="3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2326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987 -0.04977 C -0.00755 -0.04977 0.06758 0.07014 0.06758 0.21852 C 0.06758 0.3669 -0.00755 0.48796 -0.09987 0.48796 C -0.19232 0.48796 -0.26719 0.3669 -0.26719 0.21852 C -0.26719 0.07014 -0.19232 -0.04977 -0.09987 -0.04977 Z " pathEditMode="relative" rAng="0" ptsTypes="AAAAA">
                                      <p:cBhvr>
                                        <p:cTn id="8" dur="4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87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63 -2.59259E-6 C 0.02136 -2.59259E-6 0.06706 0.07107 0.06706 0.15972 C 0.06706 0.24769 0.02136 0.32037 -0.03463 0.32037 C -0.09062 0.32037 -0.13606 0.24769 -0.13606 0.15972 C -0.13606 0.07107 -0.09062 -2.59259E-6 -0.03463 -2.59259E-6 Z " pathEditMode="relative" rAng="0" ptsTypes="AAAAA">
                                      <p:cBhvr>
                                        <p:cTn id="10" dur="2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601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94 -0.10625 C -0.0289 -0.10625 -0.00482 -0.06713 -0.00482 -0.01343 C -0.00482 0.04051 -0.0289 0.08958 -0.05794 0.08958 C -0.08711 0.08958 -0.11028 0.04051 -0.11028 -0.01343 C -0.11028 -0.06713 -0.08711 -0.10625 -0.05794 -0.10625 Z " pathEditMode="relative" rAng="0" ptsTypes="AAAAA">
                                      <p:cBhvr>
                                        <p:cTn id="12" dur="14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979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41 -0.03263 C -0.02305 -0.03263 0.0125 0.01852 0.0125 0.0838 C 0.0125 0.14908 -0.02305 0.2051 -0.06641 0.2051 C -0.10977 0.2051 -0.14453 0.14908 -0.14453 0.0838 C -0.14453 0.01852 -0.10977 -0.03263 -0.06641 -0.03263 Z " pathEditMode="relative" rAng="0" ptsTypes="AAAAA">
                                      <p:cBhvr>
                                        <p:cTn id="14" dur="18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187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16 -0.05139 C 0.05273 -0.05139 0.0694 -0.02778 0.0694 0.00162 C 0.0694 0.03125 0.05273 0.05556 0.03216 0.05556 C 0.01172 0.05556 -0.00482 0.03125 -0.00482 0.00162 C -0.00482 -0.02778 0.01172 -0.05139 0.03216 -0.05139 Z " pathEditMode="relative" rAng="0" ptsTypes="AAAAA">
                                      <p:cBhvr>
                                        <p:cTn id="16" dur="1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34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75 -0.02361 C 0.11263 -0.02361 0.17109 0.0669 0.17109 0.1794 C 0.17109 0.29098 0.11263 0.38241 0.04075 0.38241 C -0.03138 0.38241 -0.08958 0.29098 -0.08958 0.1794 C -0.08958 0.0669 -0.03138 -0.02361 0.04075 -0.02361 Z " pathEditMode="relative" rAng="0" ptsTypes="AAAAA">
                                      <p:cBhvr>
                                        <p:cTn id="18" dur="28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0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83 -0.31945 C -0.09336 -0.31945 -0.00756 -0.17963 -0.00756 -0.00648 C -0.00756 0.16574 -0.09336 0.30648 -0.19883 0.30648 C -0.30469 0.30648 -0.39011 0.16574 -0.39011 -0.00648 C -0.39011 -0.17963 -0.30469 -0.31945 -0.19883 -0.31945 Z " pathEditMode="relative" rAng="0" ptsTypes="AAAAA">
                                      <p:cBhvr>
                                        <p:cTn id="20" dur="4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atifsaeedbwp@gmail.com</dc:creator>
  <cp:lastModifiedBy>atifsaeedbwp@gmail.com</cp:lastModifiedBy>
  <cp:revision>1</cp:revision>
  <dcterms:created xsi:type="dcterms:W3CDTF">2025-10-23T15:43:30Z</dcterms:created>
  <dcterms:modified xsi:type="dcterms:W3CDTF">2025-10-23T17:01:56Z</dcterms:modified>
</cp:coreProperties>
</file>